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Paper Deep Dives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383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How they work  ·  Why they matter  ·  Where they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38912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GVHMR — World-grounded body tracking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ZipMap — Linear-time 3D reconstruction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SAM-Body4D — Temporally consistent mesh recovery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PhysHMR — Unified visual-to-physics motion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MultiPhys — Multi-person physics correction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It Works  ·  Why Good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2B6C8A"/>
                </a:solidFill>
                <a:latin typeface="Calibri"/>
              </a:defRPr>
            </a:pPr>
            <a:r>
              <a:t>How it works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Defines Gravity-View (GV) coordinate system: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Y = gravity direction (up)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X = Y × camera view (perpendicular)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Z = X × Y (roughly camera forward)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Recover gravity-aware pose per frame,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then compose into global trajectory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Static camera: GV identical across frames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→ accumulate velocities directly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world_pos[t] = world_pos[0] + Σ(orient[i] · vel[i])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Moving camera: compute rotation between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consecutive GV systems, transform accordingly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No initialization, fully parallel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2B6C8A"/>
                </a:solidFill>
                <a:latin typeface="Calibri"/>
              </a:defRPr>
            </a:pPr>
            <a:r>
              <a:t>Why good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GV anchors each frame independently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no drift on long videos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Autoregressive methods slowly rotate "up"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away from gravity. GV prevents this.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Transformer generalizes to arbitrary lengths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Rotary embeddings = relative position encoding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"how far apart" not "which absolute position"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Multi-task learning boosts camera-space too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Global motion info improves local estimates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Best on all global motion recovery metrics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Much lower error than alternatives on long vids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Other methods cannot achieve gravity-aligned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8A"/>
                </a:solidFill>
                <a:latin typeface="Calibri"/>
              </a:defRPr>
            </a:pPr>
            <a:r>
              <a:t>Feed-forward, gravity-aware body tracking — no drift, no error accumulation, best global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Where It Fails  ·  Edge Cases &amp; Success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Where it fails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Single person only — no multi-person support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No scene awareness / no ground contact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No physics constraints (floating, penetration)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Poorer PA-MPJPE vs some methods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Likely SMPL vs SMPLX parameter mismatch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(predicts SMPLX but evaluated on SMPL joints)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Preprocessing is the real bottleneck: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Detection: 4.9 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Pose estimation: 20.0 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Feature extraction: 10.1 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Visual odometry: 11.0 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Total preprocessing: 46.0 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Actual inference: 0.28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2B6C8A"/>
                </a:solidFill>
                <a:latin typeface="Calibri"/>
              </a:defRPr>
            </a:pPr>
            <a:r>
              <a:t>Success cases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Long videos (1430+ frames)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Where autoregressive methods drift badly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Videos with moving cameras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GV system handles camera rotation naturally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Single-person sports/motion capture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Edge cases / What makes it fail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Ambiguity in X-Z plane: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Any rotation around Y (gravity) is valid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GV resolves by anchoring X to camera view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→ but camera view estimation errors propagate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Visual odometry failure → wrong camera rotations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→ GV system misaligned → trajectory drifts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Occlusion: no handling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Main Components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Input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Bounding boxes, 2D keypoints,</a:t>
            </a:r>
            <a:br/>
            <a:r>
              <a:t>image features, relative camera rotations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420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Early Fusion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Map all features to same dim</a:t>
            </a:r>
            <a:br/>
            <a:r>
              <a:t>→ per-frame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37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39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2219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Relative Transformer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12 layers, 8 attention heads</a:t>
            </a:r>
            <a:br/>
            <a:r>
              <a:t>Rotary positional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17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29200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102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Multi-task MLP Heads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37667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Pose, shape, camera params,</a:t>
            </a:r>
            <a:br/>
            <a:r>
              <a:t>trajectory, stationary labels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11887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2B6C8A"/>
                </a:solidFill>
                <a:latin typeface="Calibri"/>
              </a:defRPr>
            </a:pPr>
            <a:r>
              <a:t>Transformer details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12 encoder layers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8 attention heads per layer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Each learns different temporal patterns: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nearby frames, distant frames, etc.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Rotary positional embeddings (RoPE)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Relative, not absolute position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→ generalizes to any video length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MLP: two linear layers + GELU activation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(GELU = soft gating to zero)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Multi-task outputs: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Weak-perspective camera params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Human orientation in camera frame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SMPL local pose + shape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Stationary label (contact prob)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Global trajectory representation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18872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2B6C8A"/>
                </a:solidFill>
                <a:latin typeface="Calibri"/>
              </a:defRPr>
            </a:pPr>
            <a:r>
              <a:t>Post-Processing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Weak → full perspective via CLIFF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Recovers depth from simplified params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Stationary prob per joint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Update global translation per frame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IK solver (CCD-based)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Fine-grained stationary contact points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2B6C8A"/>
                </a:solidFill>
                <a:latin typeface="Calibri"/>
              </a:defRPr>
            </a:pPr>
            <a:r>
              <a:t>Training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Trained from scratch, mixed dataset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Augment 2D keypoints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Simulate static/dynamic camera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trajectories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Normalize keypoints [-1, 1]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Image feature dropout (set to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Can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2B6C8A"/>
                </a:solidFill>
                <a:latin typeface="Calibri"/>
              </a:defRPr>
            </a:pPr>
            <a:r>
              <a:t>Primary body tracking backbone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Best single-person accuracy + speed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Gravity-aligned output ready for physics layer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Feed-forward = no sequential bottleneck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2B6C8A"/>
                </a:solidFill>
                <a:latin typeface="Calibri"/>
              </a:defRPr>
            </a:pPr>
            <a:r>
              <a:t>In our pipeline: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Video → GVHMR → world-grounded SMPL poses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+ scene reconstruction (ZipMap / DA3)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physics refinement layer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physically realistic 3D motion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GVHMR is also the encoder backbone for PhysHMR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proven to work as visual frontend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for physics-aware downstream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2B6C8A"/>
                </a:solidFill>
                <a:latin typeface="Calibri"/>
              </a:defRPr>
            </a:pPr>
            <a:r>
              <a:t>What we get from it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Per-frame SMPL body meshes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World-grounded trajectory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Stationary contact labels per joint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Camera parameters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What we still need to add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Scene geometry (ground plane, obstacles)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Physics constraints (penetration, sliding)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Multi-person support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Occlusion handling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Code available, 280 ms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8A"/>
                </a:solidFill>
                <a:latin typeface="Calibri"/>
              </a:defRPr>
            </a:pPr>
            <a:r>
              <a:t>Our body backbone: fast, accurate, gravity-aligned. Layer scene + physics on top.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It Works  ·  Why Good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A7D3A"/>
                </a:solidFill>
                <a:latin typeface="Calibri"/>
              </a:defRPr>
            </a:pPr>
            <a:r>
              <a:t>How it works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Replace global attention with test-time training: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Attention (quadratic):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Carry all flashcards around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Every question = flip through all of them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5A7D3A"/>
                </a:solidFill>
                <a:latin typeface="Calibri"/>
              </a:defRPr>
            </a:pPr>
            <a:r>
              <a:t>TTT (linear):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Study all flashcards once, absorb into MLP weights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Throw away cards, recall from memory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Speed doesn't depend on number of cards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Fast weights: adapt at test time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fw(x) = W₂(SiLU(W₁x) ⊙ W₃x)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Each token split into key + value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Compute gradient loss across all tokens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MLP absorbs context → discard raw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A7D3A"/>
                </a:solidFill>
                <a:latin typeface="Calibri"/>
              </a:defRPr>
            </a:pPr>
            <a:r>
              <a:t>Why good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700 frames in &lt;10 seconds (1 H100 GPU)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Quadratic methods: 200+ seconds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3× faster than prior linear methods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State-of-the-art camera pose accuracy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while maintaining linear time complexity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Dense point maps match/exceed quadratic models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Implicit scene rep queryable at ~100 FPS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Compress entire scene into hidden state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Query in real-time for RGB + depth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Back-project into colored point clouds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Bidirectional AND streaming modes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Bidirectional = more accurate (sees everything)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Streaming = causal, process sequentially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A7D3A"/>
                </a:solidFill>
                <a:latin typeface="Calibri"/>
              </a:defRPr>
            </a:pPr>
            <a:r>
              <a:t>Linear-time 3D reconstruction matching quadratic quality — test-time training replaces global attention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Where It Fails  ·  Edge Cases &amp; Success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Where it fails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Streaming mode less accurate than bidirectional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Image 1 can't benefit from image 50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(causal: each image does one gradient step)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No explicit human modeling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Reconstructs scene geometry, not body meshes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Needs separate body tracker on top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Requires DINOv2 features (heavyweight encoder)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Trained on 64 H100 GPUs in three stages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Not easy to retrain or fine-tune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Removing reference view degrades quality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(shown in ablation studies)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5A7D3A"/>
                </a:solidFill>
                <a:latin typeface="Calibri"/>
              </a:defRPr>
            </a:pPr>
            <a:r>
              <a:t>Success cases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Long video sequences (700+ frames)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Where quadratic methods become infeasible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Large-scale structure-from-motion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Dense reconstruction with camera estimation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Real-time novel viewpoint querying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Edge cases / What makes it fail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Fixed global TTT learning rate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→ dynamic per-token rate significantly better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(ablation: fixed rate = worse reconstruction)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Prior linear methods (CUT3R, TTT3R)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reconstruct frames sequentially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lower GPU utilization at inference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5A7D3A"/>
                </a:solidFill>
                <a:latin typeface="Calibri"/>
              </a:defRPr>
            </a:pPr>
            <a:r>
              <a:t>  ZipMap processes in parallel → 3× faster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Main Components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9144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Input Tokenization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DINOv2 encoder → 2D spatial feature maps</a:t>
            </a:r>
            <a:br/>
            <a:r>
              <a:t>Camera params → ray maps (9-dim: origin, dir, ro×rd)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3474720" cy="18288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50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Feature Backbone (24 blocks)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24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Each block:</a:t>
            </a:r>
            <a:br/>
            <a:r>
              <a:t>  Local Window Attention</a:t>
            </a:r>
            <a:br/>
            <a:r>
              <a:t>    self-attention + rotary pos encoding</a:t>
            </a:r>
            <a:br/>
            <a:r>
              <a:t>    spatial relationships within each view</a:t>
            </a:r>
            <a:br/>
            <a:r>
              <a:t>  Global Large-Chunk TTT Layer</a:t>
            </a:r>
            <a:br/>
            <a:r>
              <a:t>    updates nonlinear fast-weight function</a:t>
            </a:r>
            <a:br/>
            <a:r>
              <a:t>    over all input image tokens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3474720" cy="12801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53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Prediction Heads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828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Camera: 4D quaternion + 3D trans + 2 intrinsics</a:t>
            </a:r>
            <a:br/>
            <a:r>
              <a:t>Point: (x,y,z) per pixel in camera space</a:t>
            </a:r>
            <a:br/>
            <a:r>
              <a:t>Depth: distance + confidence score</a:t>
            </a:r>
            <a:br/>
            <a:r>
              <a:t>Query: novel viewpoint synthesis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5A7D3A"/>
                </a:solidFill>
                <a:latin typeface="Calibri"/>
              </a:defRPr>
            </a:pPr>
            <a:r>
              <a:t>Core: TTT Block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In-context-adapted fast-weight function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fw(x) = W₂(SiLU(W₁x) ⊙ (W₃x))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Each token → key + value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Compute gradient of loss across all tokens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from all input images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MLP accumulates knowledge over time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Bidirectional: all images processed at once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image 50 can inform image 1 (more accurate)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Streaming: one gradient step per new image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causal, image 1 can't benefit from image 50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5A7D3A"/>
                </a:solidFill>
                <a:latin typeface="Calibri"/>
              </a:defRPr>
            </a:pPr>
            <a:r>
              <a:t>Training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64 H100 GPUs, three training stages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Losses: point, depth, camera, smooth, query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Dynamic per-token learning rate (from ablation)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Can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A7D3A"/>
                </a:solidFill>
                <a:latin typeface="Calibri"/>
              </a:defRPr>
            </a:pPr>
            <a:r>
              <a:t>Scene backbone for physics-aware pipeline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Dense geometry for contact surfaces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Ground plane, obstacles, terrain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Camera poses for world-grounding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Feed to GVHMR or other body tracker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Real-time querying for novel views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~100 FPS implicit scene representation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5A7D3A"/>
                </a:solidFill>
                <a:latin typeface="Calibri"/>
              </a:defRPr>
            </a:pPr>
            <a:r>
              <a:t>Implicit representation enables: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Query ground plane geometry under feet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Build signed distance field for penetration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Back-project into colored point clouds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Extend to streaming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5A7D3A"/>
                </a:solidFill>
                <a:latin typeface="Calibri"/>
              </a:defRPr>
            </a:pPr>
            <a:r>
              <a:t>ZipMap vs Depth Anything 3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ZipMap: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Full 3D reconstruction + implicit scene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Heavier compute (but still linear-time)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Queryable scene representation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Better for dense contact geometry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DA3: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Depth + camera poses, lighter weight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Streaming native, 78 FPS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Simpler output (no implicit rep)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Recommendation: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Use ZipMap when dense scene geometry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matters (contact, penetration constraints)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Use DA3 for speed / lightweight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A7D3A"/>
                </a:solidFill>
                <a:latin typeface="Calibri"/>
              </a:defRPr>
            </a:pPr>
            <a:r>
              <a:t>Scene reconstruction backbone — dense contact geometry via queryable implicit representation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It Works  ·  Why Good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8B5C2A"/>
                </a:solidFill>
                <a:latin typeface="Calibri"/>
              </a:defRPr>
            </a:pPr>
            <a:r>
              <a:t>How it works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1. Track &amp; segment target pixels with promptable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video segmentation → identity-consistent masklets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2. Occlusion-aware refiner recovers missing/corrupted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regions caused by occlusions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Prevents hallucinated predictions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3. Guide body mesh estimator with refined masklets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Temporal coherence from video segmentation transfers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directly to reconstructed 4D human meshes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4D mesh = 3D mesh + time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Body + hands optimized separately, then fused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8B5C2A"/>
                </a:solidFill>
                <a:latin typeface="Calibri"/>
              </a:defRPr>
            </a:pPr>
            <a:r>
              <a:t>Why good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Inherent human continuity in videos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temporally consistent, occlusion-robust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Decoupled skeleton/shape representation: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Standard SMPL: shape affects joint positions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This: predict skeleton + shape separately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Skeleton = easier to estimate accurately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Shape varies across people but not within video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Network can specialize on each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Scalable data engine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Augmented + generated + multi-view data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No optimization-based objectives needed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(other methods demand large annotated video data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and carefully crafted objectives)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2A"/>
                </a:solidFill>
                <a:latin typeface="Calibri"/>
              </a:defRPr>
            </a:pPr>
            <a:r>
              <a:t>Temporal consistency via video segmentation — occlusion-robust without optimization-based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Where It Fails  ·  Edge Cases &amp; Success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Where it fails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Diffusion inpainting can hallucinate: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If occluder covers most of the body,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inpainting must "guess" body configuration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→ hallucinated poses, especially limbs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Segmentation errors cascade: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Bad masklet → bad occlusion detection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→ bad inpainting → bad mesh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Error propagates through entire pipeline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No physics constraints: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Floating, ground penetration still possible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Temporal consistency ≠ physical plausibility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Depends on quality of initial prompt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(who to track in the video)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8B5C2A"/>
                </a:solidFill>
                <a:latin typeface="Calibri"/>
              </a:defRPr>
            </a:pPr>
            <a:r>
              <a:t>Success cases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Partial occlusion (person behind object)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Recovers visible parts + inpaints missing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Consistent identity tracking across video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Same person keeps same mesh params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Full body: hands + face + body together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Edge cases / What makes it fail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Full-body occlusion (person fully hidden):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Masklet generator loses track entirely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Must re-detect when person reappears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Multi-person close interaction: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Masklets can merge/swap between people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Identity consistency breaks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Fast motion + motion blur: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Segmentation quality degrades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Main Components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16459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1. Masklet Generator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Based on promptable video segmentation</a:t>
            </a:r>
            <a:br/>
            <a:br/>
            <a:r>
              <a:t>Propagate: spatial-temporal correspondences</a:t>
            </a:r>
            <a:br/>
            <a:r>
              <a:t>  between past predictions + current frame</a:t>
            </a:r>
            <a:br/>
            <a:r>
              <a:t>  → reliable mask label transfer across time</a:t>
            </a:r>
            <a:br/>
            <a:br/>
            <a:r>
              <a:t>Detect: semantic associations between</a:t>
            </a:r>
            <a:br/>
            <a:r>
              <a:t>  prompt and objects in current frame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57600" cy="16459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618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2. Occlusion-Aware Refiner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3619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Diffusion-based visual appearance synthesis</a:t>
            </a:r>
            <a:br/>
            <a:br/>
            <a:r>
              <a:t>a. Predict full body mask (even occluded)</a:t>
            </a:r>
            <a:br/>
            <a:r>
              <a:t>b. Compare with actual visible mask</a:t>
            </a:r>
            <a:br/>
            <a:r>
              <a:t>c. Mismatch → occlusion detected</a:t>
            </a:r>
            <a:br/>
            <a:r>
              <a:t>d. Group flagged frames into temporal chunks</a:t>
            </a:r>
            <a:br/>
            <a:r>
              <a:t>e. Inpaint actual RGB pixels behind occluder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188720"/>
            <a:ext cx="3383280" cy="16459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2618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3. Mask-Guided HMR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53619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Per-frame mesh parameter prediction</a:t>
            </a:r>
            <a:br/>
            <a:br/>
            <a:r>
              <a:t>Temporal coherence from masklets</a:t>
            </a:r>
            <a:br/>
            <a:r>
              <a:t>  naturally propagated to meshes</a:t>
            </a:r>
            <a:br/>
            <a:br/>
            <a:r>
              <a:t>Body + hand optimized separately</a:t>
            </a:r>
            <a:br/>
            <a:r>
              <a:t>  (different optimization strategies)</a:t>
            </a:r>
            <a:br/>
            <a:r>
              <a:t>  then fused together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8B5C2A"/>
                </a:solidFill>
                <a:latin typeface="Calibri"/>
              </a:defRPr>
            </a:pPr>
            <a:r>
              <a:t>Key concepts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Masklet: small per-object segmentation mask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tracked across all video frames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Momentum Human Rig (MHR):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Decoupled skeleton + shape representation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Performs better than coupled SMPL/SMPL-X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Video Object Segmentation: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Traditional: memory-based paradigm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This: promptable + occlusion-aware refinement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8B5C2A"/>
                </a:solidFill>
                <a:latin typeface="Calibri"/>
              </a:defRPr>
            </a:pPr>
            <a:r>
              <a:t>Prior HMR approaches (what this replaces)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Regression-based: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Regress body model params from image features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No occlusion handling, no temporal consistency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Token-based: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Joints/vertices as learnable tokens + transformer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Better reasoning but still no occlusion recovery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Temporal smoothness: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GRU/transformer over frame features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Feature-level only, can't recover occluded pixels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Can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8B5C2A"/>
                </a:solidFill>
                <a:latin typeface="Calibri"/>
              </a:defRPr>
            </a:pPr>
            <a:r>
              <a:t>Body backbone for occluded scenarios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When GVHMR fails (occlusion, multi-person),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SAM-Body4D handles it via tracked masklets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8B5C2A"/>
                </a:solidFill>
                <a:latin typeface="Calibri"/>
              </a:defRPr>
            </a:pPr>
            <a:r>
              <a:t>Sports applications: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Players constantly occlude each other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Soccer: tackles, crowded penalty box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Basketball: screens, post play, drives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Internet game footage (not controlled capture)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Single camera, variable quality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Occlusion is the norm, not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8B5C2A"/>
                </a:solidFill>
                <a:latin typeface="Calibri"/>
              </a:defRPr>
            </a:pPr>
            <a:r>
              <a:t>ASICS partnership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Running shoes + soccer shoes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How can soccer shoes reduce injuries?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Analyze athlete interactions from game video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Person-to-person contact → ACL injury risk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When does tracking succeed vs fail?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8B5C2A"/>
                </a:solidFill>
                <a:latin typeface="Calibri"/>
              </a:defRPr>
            </a:pPr>
            <a:r>
              <a:t>Combine with our physics layer: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SAM-Body4D → consistent body meshes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ZipMap/DA3 → scene geometry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physics refinement → contact-aware output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Single GPU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2A"/>
                </a:solidFill>
                <a:latin typeface="Calibri"/>
              </a:defRPr>
            </a:pPr>
            <a:r>
              <a:t>Occlusion-robust body tracking for sports footage — critical for ASICS injury analysis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It Works  ·  Why Good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How it works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Visual-to-action policy that directly predicts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control signals from visual input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1. Pretrained visual encoder extracts per-frame features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2. Pixel-as-ray: lift 2D keypoints into 3D rays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using camera intrinsics K (back-projection)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→ soft global pose reference, no hard targets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3. Multi-task MLP regresses future root orientation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4. RL policy in physics simulator produces joint torques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Distillation from mocap-trained expert: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Pre-train imitation policy on motion capture data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Distill into visual-to-action policy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accelerates convergence, stabilizes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Why good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Proves physics must be integrated, not bolted on: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Foot sliding comparison: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GVHMR alone: 5.65 mm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  GVHMR + RL post-correction: 12.71 mm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  PhysHMR end-to-end: 4.60 mm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Post-correction makes it 2.2× WORSE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Why post-correction fails: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Vision picks one interpretation of ambiguous input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Physics module can't access full visual context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suboptimal corrections, inconsistent w/ evidence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Distillation makes RL practical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Prior RL methods: low sample efficiency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E1E"/>
                </a:solidFill>
                <a:latin typeface="Calibri"/>
              </a:defRPr>
            </a:pPr>
            <a:r>
              <a:t>Physics integrated end-to-end beats two-stage by 2.2× on foot sliding — post-correction backfires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Where It Fails  ·  Edge Cases &amp; Success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Where it fails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Single person only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No multi-person interaction handling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Requires physics simulator in the loop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Slower than pure feed-forward methods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MDP simulation adds latency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Still depends on GVHMR encoder quality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Bad visual features → bad policy input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No scene-aware contact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Flat ground assumption only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No terrain, no obstacles, no objects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Noisy 3D root prediction from monocular video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Local pose says forward, root pulls backward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jitter (pixel-as-ray mitigates this)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Success cases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Walking, running, general locomotion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Where ground contact matters most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Single-person sports movements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Clear visual features, one subject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Long sequences with consistent physics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Edge cases / What makes it fail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Monocular depth ambiguity: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Multiple plausible motions explain same 2D obs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Two-stage picks one wrong → physics can't fix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End-to-end jointly reasons over both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Root jitter (noisy 3D prediction):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Fixed by pixel-as-ray: soft reference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not hard positional target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Extreme / acrobatic motions: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RL policy may not have seen in training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Main Components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92608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Video Encoder (from GVHMR)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Per-frame preprocessing:</a:t>
            </a:r>
            <a:br/>
            <a:r>
              <a:t>  Image features</a:t>
            </a:r>
            <a:br/>
            <a:r>
              <a:t>  Bounding boxes</a:t>
            </a:r>
            <a:br/>
            <a:r>
              <a:t>  2D keypoints</a:t>
            </a:r>
            <a:br/>
            <a:r>
              <a:t>  Relative camera rotations</a:t>
            </a:r>
            <a:br/>
            <a:r>
              <a:t>Aggregated across frames by encoder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188720"/>
            <a:ext cx="292608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261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Pixel-As-Ray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5361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Given keypoint (u,v) + intrinsics K:</a:t>
            </a:r>
            <a:br/>
            <a:r>
              <a:t>  Back-project to 3D ray in camera coords</a:t>
            </a:r>
            <a:br/>
            <a:br/>
            <a:r>
              <a:t>Encodes global guidance without</a:t>
            </a:r>
            <a:br/>
            <a:r>
              <a:t>  enforcing explicit positional targets</a:t>
            </a:r>
            <a:br/>
            <a:r>
              <a:t>→ soft spatial grounding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188720"/>
            <a:ext cx="228600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Multi-task MLP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5361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Regresses future root</a:t>
            </a:r>
            <a:br/>
            <a:r>
              <a:t>orientation from visual</a:t>
            </a:r>
            <a:br/>
            <a:r>
              <a:t>features</a:t>
            </a:r>
            <a:br/>
            <a:br/>
            <a:r>
              <a:t>Forward-looking estimate</a:t>
            </a:r>
            <a:br/>
            <a:r>
              <a:t>in camera coord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188720"/>
            <a:ext cx="228600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Local Motion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5361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SMPL joint rotations</a:t>
            </a:r>
            <a:br/>
            <a:r>
              <a:t>relative to parent joints</a:t>
            </a:r>
            <a:br/>
            <a:br/>
            <a:r>
              <a:t>Captures relative joint</a:t>
            </a:r>
            <a:br/>
            <a:r>
              <a:t>articulation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017520"/>
            <a:ext cx="5486400" cy="18288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906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Markov Decision Process (RL)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36499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 = &lt;S, A, T, R, γ&gt;</a:t>
            </a:r>
            <a:br/>
            <a:br/>
            <a:r>
              <a:t>State: simulation pose + velocity</a:t>
            </a:r>
            <a:br/>
            <a:r>
              <a:t>Action: joint torques (control signals)</a:t>
            </a:r>
            <a:br/>
            <a:r>
              <a:t>Transition: physics engine steps simulation</a:t>
            </a:r>
            <a:br/>
            <a:r>
              <a:t>Reward: match reference trajectory</a:t>
            </a:r>
            <a:br/>
            <a:r>
              <a:t>Reference: local pose + global translation/rotation</a:t>
            </a:r>
            <a:br/>
            <a:r>
              <a:t>  extracted from visual encoder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017520"/>
            <a:ext cx="5486400" cy="18288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30906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Distillation from MoCap Expert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36499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Problem: RL from scratch = low sample efficiency</a:t>
            </a:r>
            <a:br/>
            <a:br/>
            <a:r>
              <a:t>Solution:</a:t>
            </a:r>
            <a:br/>
            <a:r>
              <a:t>  1. Train imitation policy on motion capture data</a:t>
            </a:r>
            <a:br/>
            <a:r>
              <a:t>     (learns physically plausible control)</a:t>
            </a:r>
            <a:br/>
            <a:r>
              <a:t>  2. Distill knowledge into visual-to-action policy</a:t>
            </a:r>
            <a:br/>
            <a:r>
              <a:t>     (transfer: mocap domain → video domain)</a:t>
            </a:r>
            <a:br/>
            <a:r>
              <a:t>→ faster convergence, more stable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Built on pretrained GVHMR — uses its encoder as visual frontend, adds physics-aware policy on top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Can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Architecture reference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End-to-end physics integration pattern: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Visual encoder → physics policy → motion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(not: visual encoder → motion → physics fix)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Pixel-as-ray strategy is reusable: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Elegant solution to noisy 3D root prediction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Soft constraint vs hard positional target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Works with any camera intrinsics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Distillation approach is reusable: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Train expert on clean mocap data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Distill into video-conditioned policy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Avoids RL sample inefficiency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Critical design lesson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DO NOT bolt physics on as post-processing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Evidence: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GVHMR alone: 5.65 mm foot sliding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+ RL post-correction: 12.71 mm (2.2× worse)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PhysHMR end-to-end: 4.60 mm (best)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Implication for our pipeline: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Physics must see visual evidence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not just kinematic output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What PhysHMR doesn't give us: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Multi-person support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Scene-aware contact (terrain, objects)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these are our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E1E"/>
                </a:solidFill>
                <a:latin typeface="Calibri"/>
              </a:defRPr>
            </a:pPr>
            <a:r>
              <a:t>Validates end-to-end physics design. Pixel-as-ray + distillation are reusable. Never post-process.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It Works  ·  Why Good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B3A7A"/>
                </a:solidFill>
                <a:latin typeface="Calibri"/>
              </a:defRPr>
            </a:pPr>
            <a:r>
              <a:t>How it works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1. Start with kinematic poses (from any body tracker)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Visually good but physically implausible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2. Create humanoid agents in physics engine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Each person → separate articulated body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3. Universal Humanoid Controller (UHC):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Trained neural net that takes: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  current state (pose + velocity)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  target kinematic pose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  body shape parameters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Outputs: joint torques → drives body toward target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4. Physics simulation resolves collisions + contacts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5. Loop-N: repeat N times per frame for extreme poses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 (gymnastics, dancing, fighting)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B3A7A"/>
                </a:solidFill>
                <a:latin typeface="Calibri"/>
              </a:defRPr>
            </a:pPr>
            <a:r>
              <a:t>Why good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7× less body-ground penetration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First method for multi-person physics correction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Each person has independent controller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but they share the physics world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collisions between people resolved automatically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Agnostic to input tracker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Plug in any body tracker (SLAHMR, GVHMR, etc)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Works with regression or autoregressive input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SDF penetration metric: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Not just whether vertices penetrate,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but how deep they go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Sum = scalar capturing count AND depth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(better than counting vertices alone)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B3A7A"/>
                </a:solidFill>
                <a:latin typeface="Calibri"/>
              </a:defRPr>
            </a:pPr>
            <a:r>
              <a:t>First multi-person physics correction — 7× less penetration, agnostic to input tracker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Where It Fails  ·  Edge Cases &amp; Success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Where it fails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RL policy creates its own artifacts: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Arm flailing for balance recovery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Unnatural compensatory movements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Policy optimizes physics, not visual realism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Post-correction approach fundamentally limited: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PhysHMR showed this makes foot sliding 2.2× worse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Physics module can't access visual context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Depends entirely on input tracker quality: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SLAHMR provides kinematic input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SLAHMR errors → MultiPhys can't fully correct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No scene geometry: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Flat ground plane only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No terrain, stairs, uneven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5B3A7A"/>
                </a:solidFill>
                <a:latin typeface="Calibri"/>
              </a:defRPr>
            </a:pPr>
            <a:r>
              <a:t>Success cases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Multi-person scenes with close interaction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Body-body penetration resolved by physics engine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Walking/standing on flat ground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Ground contact resolved well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Moderate motion (no extreme gymnastics)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Edge cases / What makes it fail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Extreme poses (gymnastics, dancing, fighting):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Need Loop-N fix (repeat simulation steps)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Without it: controller can't reach target pose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With it: slower but converges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Input tracker sliding/floating: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If SLAHMR says person is floating,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physics corrects but may overshoot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→ ground slam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Main Components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56032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1. Kinematic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Any body tracker output</a:t>
            </a:r>
            <a:br/>
            <a:r>
              <a:t>(tested with SLAHMR:</a:t>
            </a:r>
            <a:br/>
            <a:r>
              <a:t> Simultaneous Localization</a:t>
            </a:r>
            <a:br/>
            <a:r>
              <a:t> + Human Mesh Recovery)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188720"/>
            <a:ext cx="256032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261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2. Humanoid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536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Each person becomes an</a:t>
            </a:r>
            <a:br/>
            <a:r>
              <a:t>articulated rigid body</a:t>
            </a:r>
            <a:br/>
            <a:r>
              <a:t>in physics engine</a:t>
            </a:r>
            <a:br/>
            <a:r>
              <a:t>Independent controllers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292608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261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3. Universal Humanoid</a:t>
            </a:r>
            <a:br/>
            <a:r>
              <a:t>   Controller (UHC)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5361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Neural net policy:</a:t>
            </a:r>
            <a:br/>
            <a:r>
              <a:t>  Input: state + target + shape</a:t>
            </a:r>
            <a:br/>
            <a:r>
              <a:t>  Output: joint torques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88720"/>
            <a:ext cx="256032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261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4. Physics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536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MuJoCo simulation</a:t>
            </a:r>
            <a:br/>
            <a:r>
              <a:t>Resolve collisions</a:t>
            </a:r>
            <a:br/>
            <a:r>
              <a:t>Ground contact</a:t>
            </a:r>
            <a:br/>
            <a:r>
              <a:t>Body-body interaction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743200"/>
            <a:ext cx="11430000" cy="64008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5. Loop-N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0906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For extreme poses: loop N times on same target pose instead of stepping once. Ensures convergence on challenging motions.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5B3A7A"/>
                </a:solidFill>
                <a:latin typeface="Calibri"/>
              </a:defRPr>
            </a:pPr>
            <a:r>
              <a:t>UHC Controller Details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Input: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Current simulation state (pose + velocity)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Target kinematic pose from tracker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Body shape parameters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Output: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Joint torques driving simulated body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toward target while obeying physics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Each person: independent controller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Shared physics world for interactions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5B3A7A"/>
                </a:solidFill>
                <a:latin typeface="Calibri"/>
              </a:defRPr>
            </a:pPr>
            <a:r>
              <a:t>Input Tracker: SLAHMR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Simultaneous Localization + HMR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Camera trajectory + human 3D poses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in shared world coordinates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Output is visually good but: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Sliding feet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Body-body penetration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Floating / ground penetration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Not usable in physics simulators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100"/>
              </a:lnSpc>
              <a:spcAft>
                <a:spcPts val="400"/>
              </a:spcAft>
              <a:defRPr sz="1500" b="1">
                <a:solidFill>
                  <a:srgbClr val="5B3A7A"/>
                </a:solidFill>
                <a:latin typeface="Calibri"/>
              </a:defRPr>
            </a:pPr>
            <a:r>
              <a:t>MultiPhys fixes all of these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How Can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B3A7A"/>
                </a:solidFill>
                <a:latin typeface="Calibri"/>
              </a:defRPr>
            </a:pPr>
            <a:r>
              <a:t>Physics simulation reference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UHC controller design is reusable: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State + target → torques pattern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Works with any body tracker input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MuJoCo integration pattern: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How to set up humanoid agents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How to handle collisions between people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How to step simulation per frame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SDF penetration metric: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Use for our evaluation pipeline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Better than vertex counting alone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Loop-N strategy for hard poses: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Repeat simulation steps for convergence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5B3A7A"/>
                </a:solidFill>
                <a:latin typeface="Calibri"/>
              </a:defRPr>
            </a:pPr>
            <a:r>
              <a:t>ASICS application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Multi-person sports footage: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Basketball: screens, post play, drives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Soccer: tackles, crowded penalty box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Person-to-person contact analysis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ACL injury analysis: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How athletes interact during high-risk moments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  Physics-plausible contact forces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Caveat from PhysHMR:</a:t>
            </a:r>
          </a:p>
          <a:p>
            <a:pPr>
              <a:lnSpc>
                <a:spcPts val="839"/>
              </a:lnSpc>
              <a:spcAft>
                <a:spcPts val="4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Post-correction approach has limits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RL artifacts (arm flailing)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  2.2× worse foot sliding in some cases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  Consider end-to-end integration instead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B3A7A"/>
                </a:solidFill>
                <a:latin typeface="Calibri"/>
              </a:defRPr>
            </a:pPr>
            <a:r>
              <a:t>Multi-person physics + SDF metrics for our pipeline. But prefer end-to-end over post-correction.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Gravity-anchored body tracking, no drift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Best single-person, 280 ms inference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Fails: single-person only, no physics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Linear-time 3D via test-time training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700 frames in &lt;10 s, queryable scene rep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Fails: no human modeling, heavy encoder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Temporal consistency + occlusion recovery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Decoupled skeleton/shape, full body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Fails: diffusion hallucination, cascading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End-to-end physics + vision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Post-correction makes it 2.2× worse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Fails: single-person, no scene awareness</a:t>
            </a:r>
          </a:p>
          <a:p>
            <a:pPr>
              <a:lnSpc>
                <a:spcPts val="1120"/>
              </a:lnSpc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Multi-person physics via simulation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7× less penetration, SDF metrics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Fails: RL artifacts, flat ground only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Common thread: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Vision proposes, physics refines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Integration beats cascade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Scene geometry is the missing piece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