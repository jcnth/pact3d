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8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Body Trackers</a:t>
            </a:r>
          </a:p>
          <a:p>
            <a:pPr algn="ctr"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Scene Reconstruction</a:t>
            </a:r>
          </a:p>
          <a:p>
            <a:pPr algn="ctr"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Physics-Aware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GVHMR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SIGGRAPH Asia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481328" cy="292608"/>
          </a:xfrm>
          <a:prstGeom prst="roundRect">
            <a:avLst/>
          </a:prstGeom>
          <a:solidFill>
            <a:srgbClr val="2B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Body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Recovers 3D body motion in world coordinates from a single video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Defines a "gravity-view" coordinate system — uses gravity direction + camera angle to place the person in the real world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Estimates each frame independently, then a transformer refines the sequence — avoids error accumulation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Gets camera rotation from visual odometry or phone gyroscope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State-of-the-art: PA-MPJPE 36.2mm (3DPW), WA-MPJPE 111.0mm (EMDB-2)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Very fast: ~5000 FPS for the core network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Single-person only, no scene reconstruction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8A"/>
                </a:solidFill>
                <a:latin typeface="Calibri"/>
              </a:defRPr>
            </a:pPr>
            <a:r>
              <a:t>Our top pick for single-person body tracking — best accuracy and speed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Human3R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arxiv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286000" cy="292608"/>
          </a:xfrm>
          <a:prstGeom prst="roundRect">
            <a:avLst/>
          </a:prstGeom>
          <a:solidFill>
            <a:srgbClr val="2B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Body Tracker + Scene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Recovers multi-person 3D bodies and the scene simultaneously from a stream of images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Built on CUT3R (scene) + Multi-HMR (bodies), fine-tuned together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"One model, one stage, trained in one day on one GPU"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Real-time: 15 FPS, 8 GB VRAM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Handles multiple people, unknown cameras, varying layouts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MIT licensed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Authors note limitations: body-scene penetration and no human-object interaction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8A"/>
                </a:solidFill>
                <a:latin typeface="Calibri"/>
              </a:defRPr>
            </a:pPr>
            <a:r>
              <a:t>Our pick for multi-person — its known weaknesses are exactly what physics refinement fixes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WHAM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CVPR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481328" cy="292608"/>
          </a:xfrm>
          <a:prstGeom prst="roundRect">
            <a:avLst/>
          </a:prstGeom>
          <a:solidFill>
            <a:srgbClr val="2B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Body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Recovers global 3D human motion from video using learned motion context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Recurrent architecture that integrates visual + motion features over time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Can optionally use phone IMU data (accelerometer/gyroscope) for better trajectory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Fast: ~5 seconds per 1000 frames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Good accuracy (PA-MPJPE 35.9mm) but more foot sliding than GVHMR (4.4mm vs 3.0mm)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Single-person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8A"/>
                </a:solidFill>
                <a:latin typeface="Calibri"/>
              </a:defRPr>
            </a:pPr>
            <a:r>
              <a:t>Strong alternative to GVHMR — slightly worse on foot sliding, comparable otherwise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JOSH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ICLR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286000" cy="292608"/>
          </a:xfrm>
          <a:prstGeom prst="roundRect">
            <a:avLst/>
          </a:prstGeom>
          <a:solidFill>
            <a:srgbClr val="2B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Body Tracker + Scene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Jointly optimizes 3D bodies and scene reconstruction from video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Multi-stage: estimates per-frame, then jointly optimizes with contact + scene consistency losses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Multi-person capable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Best offline accuracy: WA-MPJPE 68.9mm — much better than real-time methods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Tradeoff: offline optimization, not real-time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Shows that jointly reasoning about humans and scenes improves both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B6C8A"/>
                </a:solidFill>
                <a:latin typeface="Calibri"/>
              </a:defRPr>
            </a:pPr>
            <a:r>
              <a:t>Best results overall but too slow for real-time — proves joint human+scene reasoning helps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Depth Anything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arxiv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286000" cy="292608"/>
          </a:xfrm>
          <a:prstGeom prst="round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Scene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Estimates metric depth, camera poses, and 3D point clouds from video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"Depth-ray" representation: predicts depth + camera ray direction per pixel — recovers camera parameters without needing them as input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Streaming: processes frames one at a time, works on any video length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Memory efficient: &lt; 12 GB VRAM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78 FPS (DA3-Large)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Compared favorably to VGGT (CVPR'25 Best Paper) while being more practical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Apache-2.0 licensed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7D3A"/>
                </a:solidFill>
                <a:latin typeface="Calibri"/>
              </a:defRPr>
            </a:pPr>
            <a:r>
              <a:t>Our pick for scene geometry — streams any-length video, gives us depth + camera poses for the physics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CUT3R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CVPR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286000" cy="292608"/>
          </a:xfrm>
          <a:prstGeom prst="round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Scene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Reconstructs 3D scenes from image sequences in a streaming, online fashion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Successor to DUSt3R (CVPR'24), which needed all image pairs at once (quadratic cost)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CUT3R processes frames one at a time — much more scalable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Outputs dense point maps, depth, and camera poses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8 GB VRAM, works on dynamic scenes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Forms the backbone of Human3R — Human3R adds human mesh recovery on top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CC BY-NC-SA license (non-commercial)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A7D3A"/>
                </a:solidFill>
                <a:latin typeface="Calibri"/>
              </a:defRPr>
            </a:pPr>
            <a:r>
              <a:t>We don't use this directly, but it's what Human3R is built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MultiPhys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CVPR 2024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978408" cy="292608"/>
          </a:xfrm>
          <a:prstGeom prst="round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Takes existing body motion estimates and refines them using MuJoCo (physics simulator)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Each person simulated as a separate articulated body — collisions resolved by physics engine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Trains an RL policy to control each body so it tracks the original motion while obeying physics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Results: 7x less body-ground penetration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First method to handle multi-person physics-aware correction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Limitation: RL policy can create artifacts (arm flailing for balance recovery)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1E1E"/>
                </a:solidFill>
                <a:latin typeface="Calibri"/>
              </a:defRPr>
            </a:pPr>
            <a:r>
              <a:t>Physics simulation dramatically reduces artifacts — but the RL approach can backfire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PhysHMR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SIGGRAPH Asia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978408" cy="292608"/>
          </a:xfrm>
          <a:prstGeom prst="round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End-to-end: goes directly from video to physically plausible 3D motion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Key finding: two-stage pipelines (track then correct) can make things worse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GVHMR alone: 5.65mm foot sliding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GVHMR + RL post-correction: 12.71mm foot sliding (2.2x worse!)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PhysHMR end-to-end: 4.60mm foot sliding (best)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Physics awareness must be integrated, not bolted on as a post-process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1E1E"/>
                </a:solidFill>
                <a:latin typeface="Calibri"/>
              </a:defRPr>
            </a:pPr>
            <a:r>
              <a:t>Proves physics helps accuracy — and warns us that RL post-correction is the wrong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CRISP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arxiv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783080" cy="292608"/>
          </a:xfrm>
          <a:prstGeom prst="round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Physics + Scene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Combines physics simulation with scene-aware tracking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Uses a planar scene representation (flat ground plane) + RL-based body control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8x lower failure rate compared to methods without scene awareness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Even a simple flat ground plane significantly helps physics-based tracking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Suggests richer scene geometry (like from DA3) could help even more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1E1E"/>
                </a:solidFill>
                <a:latin typeface="Calibri"/>
              </a:defRPr>
            </a:pPr>
            <a:r>
              <a:t>Even a flat ground plane helps a lot — motivates using real scene geometry from DA3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PROX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ICCV 2019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978408" cy="292608"/>
          </a:xfrm>
          <a:prstGeom prst="round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Pioneering work: use scene constraints to improve body pose estimation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Given a 3D scene scan, optimizes body parameters to avoid penetrating the scene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Uses signed distance fields (SDFs) to measure body-scene penetration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24% improvement in vertex-to-vertex accuracy with scene constraints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Limitation: requires a pre-scanned 3D scene — not applicable to in-the-wild video alone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1E1E"/>
                </a:solidFill>
                <a:latin typeface="Calibri"/>
              </a:defRPr>
            </a:pPr>
            <a:r>
              <a:t>The original proof that scene constraints improve body estimation — the optimization style we'd follow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LEMO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ICCV 2021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978408" cy="292608"/>
          </a:xfrm>
          <a:prstGeom prst="round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Adds physics-inspired losses to smooth and correct body motion sequences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Friction loss: feet shouldn't slide when touching the ground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Temporal smoothness: penalize sudden jerky changes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Ground contact consistency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Eliminates foot skating and jitter — no physics simulator needed, just loss terms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Optimization-based, simple, proven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1E1E"/>
                </a:solidFill>
                <a:latin typeface="Calibri"/>
              </a:defRPr>
            </a:pPr>
            <a:r>
              <a:t>Our main reference for the optimization approach — simple loss terms, no simulator, proven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A1A1A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1A"/>
                </a:solidFill>
                <a:latin typeface="Calibri"/>
              </a:defRPr>
            </a:pPr>
            <a:r>
              <a:t>PhysDiff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Calibri"/>
              </a:defRPr>
            </a:pPr>
            <a:r>
              <a:t>ICCV 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978408" cy="292608"/>
          </a:xfrm>
          <a:prstGeom prst="round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Integrates physics into a diffusion model for human motion generation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Applies physics-based corrections during each denoising step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86% reduction in physical errors vs. non-physics diffusion models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Different domain (motion generation, not tracking)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1A1A1A"/>
                </a:solidFill>
                <a:latin typeface="Calibri"/>
              </a:defRPr>
            </a:pPr>
            <a:r>
              <a:t>• Shows physics constraints help even in very different architectures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1E1E"/>
                </a:solidFill>
                <a:latin typeface="Calibri"/>
              </a:defRPr>
            </a:pPr>
            <a:r>
              <a:t>Different domain but further evidence: adding physics consistently improves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