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560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7200" b="1">
                <a:solidFill>
                  <a:srgbClr val="FFFFFF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Physics-Aware Contact Tracking in 3D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60"/>
              </a:lnSpc>
              <a:spcAft>
                <a:spcPts val="2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Local Human Mesh Reconstruction/Tracking (in camera coords.)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Single image / Monocular video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Single-person / Multi-person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60"/>
              </a:lnSpc>
              <a:spcAft>
                <a:spcPts val="2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Global Human Motion Tracking (in world coords.)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Optimization / Regression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    • Physics-aware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Joint Human-Scene Tracking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Global human motion estimation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Generic scene reconstruction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Interaction (scene/objects)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• Physics-aware, simulation-ready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→  Pact3D sits here: physics-aware joint human-scene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Global Human Motion Tracking (in world coords.)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5895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Yu et al.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TOG'21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GLAMR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CVPR'22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D&amp;D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ECCV'22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TRACE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SLAHMR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Optimization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ECCV'24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GVHMR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SigAsia'24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Gravity-view coords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PhysHMR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End-to-end physics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CRISP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Physics + scene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df_gvhmr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7607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Current trackers are good — but not physical.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Even the best (GVHMR, SigAsia'24) still has: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Foot skating: 3.0–4.4mm sliding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Ground penetration: bodies clip through floors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Temporal jitter: 12.8–22.5 units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No simulation readiness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The missing piece:</a:t>
            </a: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Physics constraints — gravity, contact,</a:t>
            </a: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friction, and collision.</a:t>
            </a: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Pact3D = body tracker + scene geometry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           + physics refinement layer</a:t>
            </a:r>
          </a:p>
        </p:txBody>
      </p:sp>
      <p:pic>
        <p:nvPicPr>
          <p:cNvPr id="5" name="Picture 4" descr="multiphys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1999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40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MultiPhys (CVPR'24): physics simulator corrects body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Evidence: Physics Constraints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14800"/>
                <a:gridCol w="420624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Study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What Was Added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Key Result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 (CVPR'24)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MuJoCo simulation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7x less penetration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Ground plane contact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5x less ground pen.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CRISP (arxiv'25)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Planar scene + RL 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8x lower failure rate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PhysDiff (ICCV'23)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in diffusion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86% less physical error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PROX (ICCV'19)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SDF + contact terms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24% better V2V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LEMO (ICCV'21)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Friction + smoothness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Eliminates skating + jitter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PhysHMR (SigAsia'25)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End-to-end visual→physics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accuracy +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754880"/>
            <a:ext cx="11247120" cy="91440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Key insight: physics doesn't just look better — it improves accuracy.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MultiPhys: W-MPJPE 177.1 → 174.7mm after physics correction.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PhysHMR (SIGGRAPH Asia'25)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Critical finding: two-stage RL post-correction can hurt.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GVHMR alone:                          5.65mm foot sliding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GVHMR + RL post-correction:    12.71mm foot sliding (2.2x worse)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PhysHMR (end-to-end):              4.60mm foot sliding (best)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999999"/>
                </a:solidFill>
                <a:latin typeface="Calibri"/>
              </a:defRPr>
            </a:pPr>
            <a:r>
              <a:t>Why? Balance-recovery creates new limb artifacts.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Our approach: optimization-based energy minimization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(PROX/LEMO style). No balance artifacts.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1188720"/>
            <a:ext cx="5029200" cy="320040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3716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[PhysHMR comparison figure]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Two-stage pipeline: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Kinematic → RL correction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Balance recovery → arm flailing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Optimization pipeline (ours):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Kinematic → energy minimization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Direct constraint satisfaction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GVHMR (SIGGRAPH Asia'24)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monocular video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SMPL in world coordinates + global trajectory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Gravity-View coordinate system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  (defined by world gravity + camera view direction)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Per-frame estimation → no error accumulation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Relative transformer with RoPE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Camera rotations from visual odometry / gyroscope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Speed: ~5000 FPS core network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Best on 3DPW: PA-MPJPE 36.2, MPJPE 55.6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Best on EMDB-2: WA-MPJPE 111.0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Lowest foot sliding: 3.0mm (RICH)</a:t>
            </a:r>
          </a:p>
        </p:txBody>
      </p:sp>
      <p:pic>
        <p:nvPicPr>
          <p:cNvPr id="5" name="Picture 4" descr="gvhmr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14400"/>
            <a:ext cx="5760720" cy="428435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Human3R (arxiv'25)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Inference with One model, One stage; Training in One day using One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a stream of RGB images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4D human-scene in real time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 Multi-person meshes, camera params, dense 3D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CUT3R + Multi-HMR (fine-tune human params only)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Real-time: 15 FPS, 8 GB GPU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MIT License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Limitations (from paper):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  1. Penetration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7B1E1E"/>
                </a:solidFill>
                <a:latin typeface="Calibri"/>
              </a:defRPr>
            </a:pPr>
            <a:r>
              <a:t>    2. HOI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→ These are exactly what our physics layer fixes.</a:t>
            </a:r>
          </a:p>
        </p:txBody>
      </p:sp>
      <p:pic>
        <p:nvPicPr>
          <p:cNvPr id="6" name="Picture 5" descr="human3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217920" cy="1633132"/>
          </a:xfrm>
          <a:prstGeom prst="rect">
            <a:avLst/>
          </a:prstGeom>
        </p:spPr>
      </p:pic>
      <p:pic>
        <p:nvPicPr>
          <p:cNvPr id="7" name="Picture 6" descr="pdf_human3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200400"/>
            <a:ext cx="6217920" cy="34958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Body Tracker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463040"/>
                <a:gridCol w="1645920"/>
                <a:gridCol w="1463040"/>
                <a:gridCol w="914400"/>
                <a:gridCol w="9144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PA-MPJPE↓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WA-MPJPE↓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 Slide↓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World?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Speed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GLAMR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SLAHMR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CVPR'23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55.9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326.9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14.5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~4 hrs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WHAM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135.6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~5s/1K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GVHMR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SigAsia'24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36.2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111.0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0.28s/1.4K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44.1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112.2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15 FPS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68.9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Offline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df_jos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31920"/>
            <a:ext cx="54864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4114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Recommendation: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Primary: GVHMR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Best accuracy + speed. Single-person.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Alternative: Human3R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Multi-person + scene. MIT license.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Physics layer fixes its weaknesses.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Depth Anything 3 (arxiv'25)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Recovers geometry &amp; 3DGS from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*Depth-ray representation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Input: any number of images (unknown cameras)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Output: depth, raymaps, pointmaps, 3DGS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78 FPS (DA3-Large)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&lt; 12 GB VRAM with streaming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• Any video length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Apache-2.0 license</a:t>
            </a:r>
          </a:p>
        </p:txBody>
      </p:sp>
      <p:pic>
        <p:nvPicPr>
          <p:cNvPr id="5" name="Picture 4" descr="da3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731520"/>
            <a:ext cx="6217920" cy="3772205"/>
          </a:xfrm>
          <a:prstGeom prst="rect">
            <a:avLst/>
          </a:prstGeom>
        </p:spPr>
      </p:pic>
      <p:pic>
        <p:nvPicPr>
          <p:cNvPr id="6" name="Picture 5" descr="pdf_d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Why DA3 over alternatives: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1. Only method: metric depth + camera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   poses + pointmaps + streaming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2. GPU feasible: 78 FPS, &lt;12 GB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3. Depth sufficient — physics corrects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   residual errors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4. Apache-2.0 → fully open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Scene Geometry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554480"/>
                <a:gridCol w="1828800"/>
                <a:gridCol w="1828800"/>
                <a:gridCol w="219456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Metric Depth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Camera Poses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Streaming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License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DUSt3R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(quadratic)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CC BY-NC-SA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 (2 images)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VGGT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(quadratic)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Custom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CUT3R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 (8 GB)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CC BY-NC-SA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Dynamic, online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DA3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 (&lt;12 GB)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Dynamic (vs. VGGT)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Metric3D v2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Per-frame only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MoGe-2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MIT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Per-frame only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df_cut3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4114800"/>
            <a:ext cx="54864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Selected: DA3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Metric depth + poses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Streaming (any length)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Apache-2.0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Fallback: CUT3R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(underlies Human3R)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Joint Human-Scene Tracking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914400"/>
                <a:gridCol w="1463040"/>
                <a:gridCol w="1097280"/>
                <a:gridCol w="530352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Online?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Multi-Person?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Scene?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HOSNeRF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ICCV'23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NeRF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Per-video training (5 days)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VGGT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Dense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Static scenes only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Easi3R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ICCV'25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Dynamic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Training-free (ext DUSt3R)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offline: WA-MPJPE 68.9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Dense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Best online: WA-MPJPE 112.2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Pointmap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TRAM + MoGe-2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Possible directions: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Physics-aware (terrain, ground contact)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Simulation-ready output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Multi-person contact handling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• Human-object interaction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Why Human3R as base: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Only online, real-time, unified system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MIT licensed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Explicit failure modes =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  exactly what physics fixes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Adding physics could close gap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vs. JOSH while staying real-time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Proposed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097280"/>
            <a:ext cx="3200400" cy="5486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1143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Monocular RGB Video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114800" cy="14630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Body Tracker (GVHMR / Human3R)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SMPL(-X) poses per frame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Global root trajectory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World coordinates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194560"/>
            <a:ext cx="4114800" cy="146304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2402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Scene Backbone (DA3-Metric-Large)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Metric depth + pointmaps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Camera poses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999999"/>
                </a:solidFill>
                <a:latin typeface="Calibri"/>
              </a:defRPr>
            </a:pPr>
            <a:r>
              <a:t>  → Streaming (&lt;12 GB)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F0E6D3"/>
          </a:solidFill>
          <a:ln w="2540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Physics Refinement Layer (optimization-based, training-free)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t>Scene proxy: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Ground Plane — RANSAC on pointmap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Collision Mesh — pointmap → mesh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Contact Detection — foot velocity + proximity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  <a:r>
              <a:t>MuJoCo validation (verify, don't correct)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66344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2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t>Energy minimization: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E_contact — pin feet to surface (PROX)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E_penetration — SDF non-intersection (PROX)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E_friction — no sliding during contact (LEMO)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E_stability — CoM/CoP balance (IPMAN)</a:t>
            </a:r>
          </a:p>
          <a:p>
            <a:pPr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t>  • E_smooth — temporal jerk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417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              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Evaluation Strategy &amp; Targets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5943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01168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Current SOTA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Our Target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Foot Sliding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3.0 mm (GVHMR)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&lt; 1 mm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Ground Pen.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2.4 mm (MultiPhys)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&lt; 1 mm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Inter-body Pen.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18.7 mm (MultiPhys)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20 mm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PA-MPJPE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36.2 mm (GVHMR)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 degradation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11887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Datasets: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RICH (primary)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Scene scans + vertex contact GT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+ reliable global coordinates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EMDB-2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2.3cm pose accuracy · moving cameras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3DPW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Standard benchmark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Hi4D</a:t>
            </a:r>
          </a:p>
          <a:p>
            <a:pPr>
              <a:lnSpc>
                <a:spcPts val="1690"/>
              </a:lnSpc>
              <a:spcAft>
                <a:spcPts val="20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  Multi-person close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480560"/>
            <a:ext cx="11247120" cy="6400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RICH is primary: uniquely provides scene scans + vertex contact GT + global coords.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8-Week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618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261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Run GVHMR + DA3 on test videos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01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01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Ground plane RANSAC, gravity alignment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420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42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Foot contact detection, loss terms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7315200" cy="50292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7B1E1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1821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MuJoCo integration, root + feet optim.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221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22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HOI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822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Hand/object non-penetration (stretch)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622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462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622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RICH, EMDB-2, 3DPW + ablations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02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02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02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Chunking, stitching, edge cases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42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999999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7424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7424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Side-by-side renders, technical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Compute:</a:t>
            </a:r>
          </a:p>
          <a:p>
            <a:pPr>
              <a:lnSpc>
                <a:spcPts val="780"/>
              </a:lnSpc>
              <a:spcAft>
                <a:spcPts val="200"/>
              </a:spcAft>
              <a:defRPr sz="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&lt; 16 GB peak VRAM</a:t>
            </a: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&lt; 2 min per 1K frames</a:t>
            </a:r>
          </a:p>
          <a:p>
            <a:pPr>
              <a:lnSpc>
                <a:spcPts val="2600"/>
              </a:lnSpc>
              <a:spcAft>
                <a:spcPts val="2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1 GPU (RTX 3090/4090)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No training required.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Compose pretrained models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+ optimization.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572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License stack: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Human3R — MIT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DA3 — Apache-2.0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MuJoCo — Apache-2.0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7B1E1E"/>
                </a:solidFill>
                <a:latin typeface="Calibri"/>
              </a:defRPr>
            </a:pPr>
            <a:r>
              <a:t>Fully open.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DA3 depth too noisy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Plane-only proxy; physics corrects residual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MuJoCo integration complex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Start ground-only; MultiPhys as reference impl.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GVHMR license restricts publication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Fall back to Human3R (MIT) — modular swap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Physics degrades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7+ papers show it helps; ablate each energy 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A1A1A"/>
                </a:solidFill>
                <a:latin typeface="Calibri"/>
              </a:defRPr>
            </a:pPr>
            <a:r>
              <a:t>• Week 5 HOI too ambitious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99999"/>
                </a:solidFill>
                <a:latin typeface="Calibri"/>
              </a:defRPr>
            </a:pPr>
            <a:r>
              <a:t>→ HOI is stretch goal; core value is weeks 1-4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Why this is low-hanging fruit:</a:t>
            </a:r>
          </a:p>
          <a:p>
            <a:pPr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1. No training — compose pretrained models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2. Physics engines (MuJoCo) are mature,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Apache-2.0, well-documented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3. Biomechanics constraints are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well-established from literature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4. Clear, measurable improvements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on standard benchmarks</a:t>
            </a:r>
          </a:p>
          <a:p>
            <a:pPr>
              <a:lnSpc>
                <a:spcPts val="520"/>
              </a:lnSpc>
              <a:spcAft>
                <a:spcPts val="200"/>
              </a:spcAft>
              <a:defRPr sz="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5. 7+ papers prove the approach works —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   we're combining, not inventing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Pact3D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Joint Human-Scene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Global human motion estimation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Generic scene reconstruction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Interaction (scene/objects)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Physics-aware</a:t>
            </a:r>
          </a:p>
          <a:p>
            <a:pPr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Possible directions: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Physics-aware, simulation-ready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Terrain, ground contact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Non-penetration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Contact estimation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1A1A1A"/>
                </a:solidFill>
                <a:latin typeface="Calibri"/>
              </a:defRPr>
            </a:pPr>
            <a:r>
              <a:t>• Human-object interaction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Rigid object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t>    • Deformable object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18872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opt; dynamic; best offline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ff; dynamic online; (CUT3R+SMPL)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DA3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7B1E1E"/>
                          </a:solidFill>
                          <a:latin typeface="Calibri"/>
                        </a:defRPr>
                      </a:pPr>
                      <a:r>
                        <a:t>ff; 3D GT; dynamic; (vs. VGGT)</a:t>
                      </a:r>
                    </a:p>
                  </a:txBody>
                  <a:tcPr marL="54864" marR="54864" marT="27432" marB="27432">
                    <a:solidFill>
                      <a:srgbClr val="F0E6D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opt; dynamic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simulator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CRISP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+ scene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PhysHMR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SigAsia'25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End-to-end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943600" y="4846320"/>
            <a:ext cx="5760720" cy="109728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493776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7B1E1E"/>
                </a:solidFill>
                <a:latin typeface="Calibri"/>
              </a:defRPr>
            </a:pPr>
            <a:r>
              <a:t>Pact3D: combine Human3R + DA3 + physics layer</a:t>
            </a:r>
          </a:p>
          <a:p>
            <a:pPr>
              <a:lnSpc>
                <a:spcPts val="1950"/>
              </a:lnSpc>
              <a:spcAft>
                <a:spcPts val="200"/>
              </a:spcAft>
              <a:defRPr sz="1500" b="0">
                <a:solidFill>
                  <a:srgbClr val="7B1E1E"/>
                </a:solidFill>
                <a:latin typeface="Calibri"/>
              </a:defRPr>
            </a:pPr>
            <a:r>
              <a:t>to produce simulation-ready motion from video.</a:t>
            </a:r>
          </a:p>
          <a:p>
            <a:pPr>
              <a:lnSpc>
                <a:spcPts val="1820"/>
              </a:lnSpc>
              <a:spcAft>
                <a:spcPts val="2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Training-free. Single GPU. 8 weeks.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